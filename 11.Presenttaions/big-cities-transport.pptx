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73" r:id="rId4"/>
    <p:sldId id="259" r:id="rId5"/>
    <p:sldId id="260" r:id="rId6"/>
    <p:sldId id="271" r:id="rId7"/>
    <p:sldId id="269" r:id="rId8"/>
    <p:sldId id="272" r:id="rId9"/>
    <p:sldId id="261" r:id="rId10"/>
    <p:sldId id="274" r:id="rId11"/>
    <p:sldId id="270" r:id="rId12"/>
    <p:sldId id="262" r:id="rId13"/>
    <p:sldId id="263" r:id="rId14"/>
    <p:sldId id="264" r:id="rId15"/>
    <p:sldId id="265"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671" autoAdjust="0"/>
  </p:normalViewPr>
  <p:slideViewPr>
    <p:cSldViewPr snapToGrid="0">
      <p:cViewPr varScale="1">
        <p:scale>
          <a:sx n="107" d="100"/>
          <a:sy n="107" d="100"/>
        </p:scale>
        <p:origin x="1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01-03-23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a:p>
        </p:txBody>
      </p:sp>
    </p:spTree>
    <p:extLst>
      <p:ext uri="{BB962C8B-B14F-4D97-AF65-F5344CB8AC3E}">
        <p14:creationId xmlns:p14="http://schemas.microsoft.com/office/powerpoint/2010/main" val="2973285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3771545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01-03-23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Chp.1 -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spTree>
    <p:extLst>
      <p:ext uri="{BB962C8B-B14F-4D97-AF65-F5344CB8AC3E}">
        <p14:creationId xmlns:p14="http://schemas.microsoft.com/office/powerpoint/2010/main" val="2100203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Chp.1 - What I have done</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
        <p:nvSpPr>
          <p:cNvPr id="7" name="TextBox 6">
            <a:extLst>
              <a:ext uri="{FF2B5EF4-FFF2-40B4-BE49-F238E27FC236}">
                <a16:creationId xmlns:a16="http://schemas.microsoft.com/office/drawing/2014/main" id="{3EAC8042-9DCE-02F7-7346-C244AFACAFED}"/>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910003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193327"/>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193327"/>
              </a:xfrm>
              <a:prstGeom prst="rect">
                <a:avLst/>
              </a:prstGeom>
              <a:blipFill>
                <a:blip r:embed="rId4"/>
                <a:stretch>
                  <a:fillRect l="-1465" t="-1890"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2"/>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369331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8310784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1966</TotalTime>
  <Words>4103</Words>
  <Application>Microsoft Office PowerPoint</Application>
  <PresentationFormat>Widescreen</PresentationFormat>
  <Paragraphs>378</Paragraphs>
  <Slides>15</Slides>
  <Notes>14</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15</vt:i4>
      </vt:variant>
    </vt:vector>
  </HeadingPairs>
  <TitlesOfParts>
    <vt:vector size="30"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Chp.1 - Introduction (What is about)</vt:lpstr>
      <vt:lpstr>Chp.1 – The problem</vt:lpstr>
      <vt:lpstr>Chp.1 – The problem</vt:lpstr>
      <vt:lpstr>Chp.1 - What I have done</vt:lpstr>
      <vt:lpstr>Chp.3 - Data</vt:lpstr>
      <vt:lpstr>Chp.2 - Methodology</vt:lpstr>
      <vt:lpstr>Chp.2 - Methodology</vt:lpstr>
      <vt:lpstr>Chp.2 - Methodology</vt:lpstr>
      <vt:lpstr>Chp.2 - Methodology</vt:lpstr>
      <vt:lpstr>Chp.2 - Methodology</vt:lpstr>
      <vt:lpstr>Chp.2 - Methodology</vt:lpstr>
      <vt:lpstr>Chp.4 - Modelling</vt:lpstr>
      <vt:lpstr>Chp.5 - Results</vt:lpstr>
      <vt:lpstr>Chp.6 - Following Steps</vt:lpstr>
      <vt:lpstr>Chp.7 -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8</cp:revision>
  <dcterms:created xsi:type="dcterms:W3CDTF">2022-04-28T11:51:40Z</dcterms:created>
  <dcterms:modified xsi:type="dcterms:W3CDTF">2023-03-02T00:22:07Z</dcterms:modified>
</cp:coreProperties>
</file>